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457200" y="45720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PLAYFLY MAX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822960" y="2103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54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</a:t>
            </a:r>
            <a:endParaRPr lang="en-US" sz="3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3200400" cy="365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athlete deal. Zero manual work.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2296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management is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spreadsheets.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7498080" cy="594360"/>
          </a:xfrm>
          <a:prstGeom prst="roundRect">
            <a:avLst>
              <a:gd name="adj" fmla="val 23077"/>
            </a:avLst>
          </a:prstGeom>
          <a:solidFill>
            <a:srgbClr val="111111">
              <a:alpha val="5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468880"/>
            <a:ext cx="137160" cy="137160"/>
          </a:xfrm>
          <a:prstGeom prst="ellipse">
            <a:avLst/>
          </a:prstGeom>
          <a:solidFill>
            <a:srgbClr val="DFFF0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deals scattered across spreadsheets, emails, and texts. Nothing centralized.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7498080" cy="594360"/>
          </a:xfrm>
          <a:prstGeom prst="roundRect">
            <a:avLst>
              <a:gd name="adj" fmla="val 23077"/>
            </a:avLst>
          </a:prstGeom>
          <a:solidFill>
            <a:srgbClr val="111111">
              <a:alpha val="5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154680"/>
            <a:ext cx="137160" cy="137160"/>
          </a:xfrm>
          <a:prstGeom prst="ellipse">
            <a:avLst/>
          </a:prstGeom>
          <a:solidFill>
            <a:srgbClr val="DFFF00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Scale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requires manual follow-up. Check if posted, verify logos, send reminders.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7498080" cy="594360"/>
          </a:xfrm>
          <a:prstGeom prst="roundRect">
            <a:avLst>
              <a:gd name="adj" fmla="val 23077"/>
            </a:avLst>
          </a:prstGeom>
          <a:solidFill>
            <a:srgbClr val="111111">
              <a:alpha val="5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1560" y="3840480"/>
            <a:ext cx="137160" cy="137160"/>
          </a:xfrm>
          <a:prstGeom prst="ellipse">
            <a:avLst/>
          </a:prstGeom>
          <a:solidFill>
            <a:srgbClr val="DF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on Impact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931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brand performance, logo usage, or deal ROI across the portfolio.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7498080" cy="594360"/>
          </a:xfrm>
          <a:prstGeom prst="roundRect">
            <a:avLst>
              <a:gd name="adj" fmla="val 23077"/>
            </a:avLst>
          </a:prstGeom>
          <a:solidFill>
            <a:srgbClr val="111111">
              <a:alpha val="5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526280"/>
            <a:ext cx="137160" cy="137160"/>
          </a:xfrm>
          <a:prstGeom prst="ellipse">
            <a:avLst/>
          </a:prstGeom>
          <a:solidFill>
            <a:srgbClr val="DF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Drain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buried in admin instead of building relationships and closing bigger deals.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JABA: The operating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for NIL.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layer above the chaos. Email, CRM, content, compliance,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reporting in one AI-powered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7498080" cy="2103120"/>
          </a:xfrm>
          <a:prstGeom prst="roundRect">
            <a:avLst>
              <a:gd name="adj" fmla="val 6522"/>
            </a:avLst>
          </a:prstGeom>
          <a:solidFill>
            <a:srgbClr val="111111">
              <a:alpha val="5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5292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834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inbox for all athlete communications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1868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200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with deal pipeline and status tracking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8444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566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verification and logo detection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95020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931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reminders, follow-ups, and compliance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315968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42976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brand performance and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side brings.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31720"/>
            <a:ext cx="1828800" cy="274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42032"/>
            <a:ext cx="155448" cy="155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496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NIL management platform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926080"/>
            <a:ext cx="155448" cy="1554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verification + logo detection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310128"/>
            <a:ext cx="155448" cy="1554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3264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deal tracking + compliance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694176"/>
            <a:ext cx="155448" cy="1554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7320" y="3648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performance analytics + reporting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078224"/>
            <a:ext cx="155448" cy="15544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417320" y="4032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20+ university partnerships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754880" y="1737360"/>
            <a:ext cx="3566160" cy="3017520"/>
          </a:xfrm>
          <a:prstGeom prst="roundRect">
            <a:avLst>
              <a:gd name="adj" fmla="val 4545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0"/>
          <p:cNvSpPr/>
          <p:nvPr/>
        </p:nvSpPr>
        <p:spPr>
          <a:xfrm>
            <a:off x="502920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PLAYFLY</a:t>
            </a:r>
            <a:endParaRPr lang="en-US" sz="18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331720"/>
            <a:ext cx="1828800" cy="27432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542032"/>
            <a:ext cx="155448" cy="15544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349240" y="2496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900+ college properties</a:t>
            </a:r>
            <a:endParaRPr lang="en-US" sz="11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926080"/>
            <a:ext cx="155448" cy="15544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349240" y="2880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advertiser relationships</a:t>
            </a:r>
            <a:endParaRPr lang="en-US" sz="11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310128"/>
            <a:ext cx="155448" cy="15544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349240" y="3264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Playfly MAX distribution ecosystem</a:t>
            </a:r>
            <a:endParaRPr lang="en-US" sz="11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3694176"/>
            <a:ext cx="155448" cy="15544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349240" y="3648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credibility and press reach</a:t>
            </a:r>
            <a:endParaRPr lang="en-US" sz="110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4078224"/>
            <a:ext cx="155448" cy="15544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349240" y="4032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team for school introductions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JABA delivers for Playfly.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Brand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on reach, engagement, and brand exposure.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828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repository of every deal, term, and deliverable.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169164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828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Logo Usage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logo placement tracking and cost-per-impression.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94560" y="329184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77440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dashboard: deals, athletes, schools, and brands.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2377440" cy="1417320"/>
          </a:xfrm>
          <a:prstGeom prst="roundRect">
            <a:avLst>
              <a:gd name="adj" fmla="val 9677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Auto-verify posts, flag compliance, surface insights.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Playfly.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657600" cy="1234440"/>
          </a:xfrm>
          <a:prstGeom prst="roundRect">
            <a:avLst>
              <a:gd name="adj" fmla="val 11111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20240"/>
            <a:ext cx="411480" cy="411480"/>
          </a:xfrm>
          <a:prstGeom prst="ellipse">
            <a:avLst/>
          </a:prstGeom>
          <a:solidFill>
            <a:srgbClr val="DFFF0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announcement of the Playfly MAX x JABA partnership to the market.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657600" cy="1234440"/>
          </a:xfrm>
          <a:prstGeom prst="roundRect">
            <a:avLst>
              <a:gd name="adj" fmla="val 11111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920240"/>
            <a:ext cx="411480" cy="411480"/>
          </a:xfrm>
          <a:prstGeom prst="ellipse">
            <a:avLst/>
          </a:prstGeom>
          <a:solidFill>
            <a:srgbClr val="DFFF0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Graphics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announcement graphic for social, email, and school communications.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154680"/>
            <a:ext cx="3657600" cy="1234440"/>
          </a:xfrm>
          <a:prstGeom prst="roundRect">
            <a:avLst>
              <a:gd name="adj" fmla="val 11111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3337560"/>
            <a:ext cx="411480" cy="411480"/>
          </a:xfrm>
          <a:prstGeom prst="ellipse">
            <a:avLst/>
          </a:prstGeom>
          <a:solidFill>
            <a:srgbClr val="DF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 positioned within the Playfly MAX product suite as the NIL management layer.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3657600" cy="1234440"/>
          </a:xfrm>
          <a:prstGeom prst="roundRect">
            <a:avLst>
              <a:gd name="adj" fmla="val 11111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337560"/>
            <a:ext cx="411480" cy="411480"/>
          </a:xfrm>
          <a:prstGeom prst="ellipse">
            <a:avLst/>
          </a:prstGeom>
          <a:solidFill>
            <a:srgbClr val="DF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Team Intros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introductions to Playfly's school and conference relationships for onboarding.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TERMS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structure.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7498080" cy="1005840"/>
          </a:xfrm>
          <a:prstGeom prst="roundRect">
            <a:avLst>
              <a:gd name="adj" fmla="val 13636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783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all Playfly Max schools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 and long-term relationship with the Playfly ecosystem is more valuable than charging upfront. Year 1 is on us.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83280"/>
            <a:ext cx="155448" cy="1554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partnership announcement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49040"/>
            <a:ext cx="155448" cy="155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Playfly Properties team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288036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3776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 - $10k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93776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school, revisited together. Schools can cover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marketing team budgets. Flexible on price.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bring schools online.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444752" cy="2743200"/>
          </a:xfrm>
          <a:prstGeom prst="roundRect">
            <a:avLst>
              <a:gd name="adj" fmla="val 9494"/>
            </a:avLst>
          </a:prstGeom>
          <a:solidFill>
            <a:srgbClr val="111111">
              <a:alpha val="5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3063240"/>
            <a:ext cx="73152" cy="73152"/>
          </a:xfrm>
          <a:prstGeom prst="ellipse">
            <a:avLst/>
          </a:prstGeom>
          <a:solidFill>
            <a:srgbClr val="DFFF0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46120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 + partnership graphic across channels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86584" y="1828800"/>
            <a:ext cx="1444752" cy="2743200"/>
          </a:xfrm>
          <a:prstGeom prst="roundRect">
            <a:avLst>
              <a:gd name="adj" fmla="val 9494"/>
            </a:avLst>
          </a:prstGeom>
          <a:solidFill>
            <a:srgbClr val="111111">
              <a:alpha val="5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86584" y="20116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23744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72384" y="3063240"/>
            <a:ext cx="73152" cy="73152"/>
          </a:xfrm>
          <a:prstGeom prst="ellipse">
            <a:avLst/>
          </a:prstGeom>
          <a:solidFill>
            <a:srgbClr val="DFFF00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23744" y="3246120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School-by-school setup, data migration, team training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50208" y="1828800"/>
            <a:ext cx="1444752" cy="2743200"/>
          </a:xfrm>
          <a:prstGeom prst="roundRect">
            <a:avLst>
              <a:gd name="adj" fmla="val 9494"/>
            </a:avLst>
          </a:prstGeom>
          <a:solidFill>
            <a:srgbClr val="111111">
              <a:alpha val="5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50208" y="20116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087368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36008" y="3063240"/>
            <a:ext cx="73152" cy="73152"/>
          </a:xfrm>
          <a:prstGeom prst="ellipse">
            <a:avLst/>
          </a:prstGeom>
          <a:solidFill>
            <a:srgbClr val="DFFF00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087368" y="3246120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school: NIL Go tracking, marketing, reporting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13832" y="1828800"/>
            <a:ext cx="1444752" cy="2743200"/>
          </a:xfrm>
          <a:prstGeom prst="roundRect">
            <a:avLst>
              <a:gd name="adj" fmla="val 9494"/>
            </a:avLst>
          </a:prstGeom>
          <a:solidFill>
            <a:srgbClr val="111111">
              <a:alpha val="5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13832" y="20116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50992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3063240"/>
            <a:ext cx="73152" cy="73152"/>
          </a:xfrm>
          <a:prstGeom prst="ellipse">
            <a:avLst/>
          </a:prstGeom>
          <a:solidFill>
            <a:srgbClr val="DFFF00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650992" y="3246120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and brands go live on the platform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77456" y="1828800"/>
            <a:ext cx="1444752" cy="2743200"/>
          </a:xfrm>
          <a:prstGeom prst="roundRect">
            <a:avLst>
              <a:gd name="adj" fmla="val 9494"/>
            </a:avLst>
          </a:prstGeom>
          <a:solidFill>
            <a:srgbClr val="111111">
              <a:alpha val="5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77456" y="20116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214616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63256" y="3063240"/>
            <a:ext cx="73152" cy="73152"/>
          </a:xfrm>
          <a:prstGeom prst="ellipse">
            <a:avLst/>
          </a:prstGeom>
          <a:solidFill>
            <a:srgbClr val="DFFF00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14616" y="3246120"/>
            <a:ext cx="1170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insights, performance reports, deal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200400" y="13716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22960" y="868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schools. More data.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value.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201168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0972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Largest dataset of athlete NIL activity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NIL Go submissions + marketing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Brand deal tracking across all schools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926080"/>
            <a:ext cx="548640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0" y="2011680"/>
            <a:ext cx="3291840" cy="2560320"/>
          </a:xfrm>
          <a:prstGeom prst="roundRect">
            <a:avLst>
              <a:gd name="adj" fmla="val 5357"/>
            </a:avLst>
          </a:prstGeom>
          <a:solidFill>
            <a:srgbClr val="111111">
              <a:alpha val="6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3035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PLAYFLY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606040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7784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900+ properties for expansion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916936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2871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 becomes the NIL data standard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227832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7784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Cross-school benchmarking for brands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538728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577840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data feeds back to Playfly sales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3849624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77840" y="3803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 compound with each school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4160520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577840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Playfly pitches brands with JABA data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JABA stands today.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111111">
              <a:alpha val="6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4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606040"/>
            <a:ext cx="1463040" cy="2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73736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111111">
              <a:alpha val="6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8328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</a:t>
            </a:r>
            <a:endParaRPr lang="en-US" sz="4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606040"/>
            <a:ext cx="1463040" cy="27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Tracked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43600" y="173736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111111">
              <a:alpha val="65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06040"/>
            <a:ext cx="1463040" cy="274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22960" y="3520440"/>
            <a:ext cx="7498080" cy="1097280"/>
          </a:xfrm>
          <a:prstGeom prst="roundRect">
            <a:avLst>
              <a:gd name="adj" fmla="val 12500"/>
            </a:avLst>
          </a:prstGeom>
          <a:solidFill>
            <a:srgbClr val="111111">
              <a:alpha val="50000"/>
            </a:srgbClr>
          </a:solidFill>
          <a:ln w="6350">
            <a:solidFill>
              <a:srgbClr val="2A2A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10972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097280" y="3977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Damar Hamlin - managing high-profile athlete brand deals at scale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tracking, compliance, and reporting.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-914400" y="0"/>
            <a:ext cx="5486400" cy="5486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10972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NIL.</a:t>
            </a:r>
            <a:endParaRPr lang="en-US" sz="4800" dirty="0"/>
          </a:p>
        </p:txBody>
      </p:sp>
      <p:sp>
        <p:nvSpPr>
          <p:cNvPr id="6" name="Text 1"/>
          <p:cNvSpPr/>
          <p:nvPr/>
        </p:nvSpPr>
        <p:spPr>
          <a:xfrm>
            <a:off x="82296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PLAYFLY MAX x JABA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82296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ready to launch.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82296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nick@jabadeals.com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5720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Playfly MAX x JABA Partnership</dc:title>
  <dc:subject>PptxGenJS Presentation</dc:subject>
  <dc:creator>JABA</dc:creator>
  <cp:lastModifiedBy>JABA</cp:lastModifiedBy>
  <cp:revision>1</cp:revision>
  <dcterms:created xsi:type="dcterms:W3CDTF">2026-04-06T18:10:57Z</dcterms:created>
  <dcterms:modified xsi:type="dcterms:W3CDTF">2026-04-06T18:10:57Z</dcterms:modified>
</cp:coreProperties>
</file>